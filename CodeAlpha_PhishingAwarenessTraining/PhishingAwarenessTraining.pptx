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5486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TRAINING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365760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4688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Yourself and Your Organization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Cyber Threats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2030"/>
          </a:solidFill>
          <a:ln w="12700">
            <a:solidFill>
              <a:srgbClr val="1420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Awareness Series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cyberattack where criminals impersonate legitimate entities to trick victims into revealing sensitive information or installing malware.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E63946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Credentials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&amp; usernames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6060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E67E2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Fraud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card details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6060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8E44AD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6974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Theft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3154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GOALS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 3.4 billion phishing emails are sent every single day.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disguised as trusted companies. Most common form.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188720"/>
            <a:ext cx="411480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attacks using personal info. Highly convincing.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576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017520"/>
            <a:ext cx="4114800" cy="5486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48640" y="3794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phishing via text messages. Exploits mobile users.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3017520"/>
            <a:ext cx="41148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004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983480" y="37947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via phone calls. Impersonates banks or IRS.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PHISHING EMAILS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1615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or misspelled sender address (e.g., support@paypa1.com)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3852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or threatening language — 'Act NOW or your account will be suspended!'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2551176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4261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6243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mistakes, poor grammar, or unusual formatting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457200" y="3255264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EBF5FB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4670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32841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 (.zip, .exe, .doc with macros)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57200" y="3959352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50792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03250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info like passwords or SSNs via email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FAKE WEBSITES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A2D4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216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URL Carefully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typos: g00gle.com vs google.com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A2D4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21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1305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HTTPS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Padlock icon should be present — but HTTPS alone doesn't mean it's safe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A2D4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36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30449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Misspellings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paypa1.com, arnazon.com, micros0ft.com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8862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A2D42"/>
          </a:solidFill>
          <a:ln/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959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 / Broken Links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297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 fakes often have bad formatting and dead links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371600"/>
            <a:ext cx="1097280" cy="109728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71600"/>
            <a:ext cx="914400" cy="9144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669280" y="274320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85216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852160" y="3200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before clicking to preview the destination URL.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2980B9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Pretends to be a manager, IT support, or a bank to gain trust instantly.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2801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2356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Urgency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deleted in 24 hours." Forces rash decisions.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8E44AD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Intimidation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owe taxes. Pay immediately or face arrest." Panic overrides logic.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6A085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0632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2356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Rewards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6576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won a $500 gift card!" Greed bypasses caution.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15214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strong, unique passwords for every account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57200" y="1664208"/>
            <a:ext cx="82296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222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77393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wherever possible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57200" y="2286000"/>
            <a:ext cx="82296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1401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395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requests independently — call back via official number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457200" y="2907792"/>
            <a:ext cx="82296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35808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and antivirus updated at all times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457200" y="3529584"/>
            <a:ext cx="82296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57600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60120" y="363931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clicking suspicious links — go directly to the website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457200" y="4151376"/>
            <a:ext cx="822960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79392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60120" y="426110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your IT/security team immediately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solidFill>
            <a:srgbClr val="F1F3F4"/>
          </a:solidFill>
          <a:ln w="12700">
            <a:solidFill>
              <a:srgbClr val="F1F3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5214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Fake Bank Security Alert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security@your-bank-online.support  </a:t>
            </a:r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SUSPICIOUS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has been SUSPENDED due to unusual activity.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NOW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avoid permanent closure within 24 hours.
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here: </a:t>
            </a:r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http://secure-bank-verify.xyz/login</a:t>
            </a:r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⚠ FAKE DOMAIN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187952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Suspicious domain    ❌  Urgent/threatening language    ❌  Fake external link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QUICK QUIZ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A2D4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safe to click links from unknown senders?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— always verify the sender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A2D4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68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check FIRST in a suspicious email?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9728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The sender's email address.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1A2D42"/>
          </a:solidFill>
          <a:ln/>
          <a:effectLst>
            <a:outerShdw sx="100000" sy="100000" kx="0" ky="0" algn="bl" rotWithShape="0" blurRad="762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703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HTTPS guarantee a website is safe?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97280" y="4206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NO — HTTPS only means data is encrypted, not that the site is legitimate.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2743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288036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971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5760" y="3520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any unsolicited message could be a threat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288036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288036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2971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Trust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37560" y="3520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identity through independent channels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2880360"/>
            <a:ext cx="2743200" cy="1645920"/>
          </a:xfrm>
          <a:prstGeom prst="roundRect">
            <a:avLst>
              <a:gd name="adj" fmla="val 5556"/>
            </a:avLst>
          </a:prstGeom>
          <a:solidFill>
            <a:srgbClr val="1A2D42"/>
          </a:solidFill>
          <a:ln/>
          <a:effectLst>
            <a:outerShdw sx="100000" sy="100000" kx="0" ky="0" algn="bl" rotWithShape="0" blurRad="101600" dist="381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2880360"/>
            <a:ext cx="27432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29718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Activity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3520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B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your IT/security team immediately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D42"/>
          </a:solidFill>
          <a:ln w="12700">
            <a:solidFill>
              <a:srgbClr val="1A2D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9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IT Security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2026-06-25T07:18:56Z</dcterms:created>
  <dcterms:modified xsi:type="dcterms:W3CDTF">2026-06-25T07:18:56Z</dcterms:modified>
</cp:coreProperties>
</file>